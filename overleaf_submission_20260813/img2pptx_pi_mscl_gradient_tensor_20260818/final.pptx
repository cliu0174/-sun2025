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-MSCL architecture and sparse-label physics-informed learning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PI-MSCL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</dc:title>
  <dc:subject>Editable reconstruction of PI-MSCL architecture</dc:subject>
  <dc:creator>Codex / img2pptx</dc:creator>
  <cp:lastModifiedBy>Codex / img2pptx</cp:lastModifiedBy>
  <cp:revision>1</cp:revision>
  <dcterms:created xsi:type="dcterms:W3CDTF">2026-08-18T07:08:36Z</dcterms:created>
  <dcterms:modified xsi:type="dcterms:W3CDTF">2026-08-18T07:08:36Z</dcterms:modified>
</cp:coreProperties>
</file>